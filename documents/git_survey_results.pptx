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 Developers Already Use Git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of the Norwegian SAS User Community  •  Source: SAS Communities Library, 2025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8229600" cy="18288"/>
          </a:xfrm>
          <a:prstGeom prst="rect">
            <a:avLst/>
          </a:prstGeom>
          <a:solidFill>
            <a:srgbClr val="CADCFC">
              <a:alpha val="40000"/>
            </a:srgbClr>
          </a:solidFill>
          <a:ln w="12700">
            <a:solidFill>
              <a:srgbClr val="CADCFC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325880"/>
            <a:ext cx="2468880" cy="3200400"/>
          </a:xfrm>
          <a:prstGeom prst="rect">
            <a:avLst/>
          </a:prstGeom>
          <a:solidFill>
            <a:srgbClr val="F96167">
              <a:alpha val="90000"/>
            </a:srgbClr>
          </a:solidFill>
          <a:ln w="12700">
            <a:solidFill>
              <a:srgbClr val="F96167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1463040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59%</a:t>
            </a:r>
            <a:endParaRPr lang="en-US" sz="7200" dirty="0"/>
          </a:p>
        </p:txBody>
      </p:sp>
      <p:sp>
        <p:nvSpPr>
          <p:cNvPr id="8" name="Text 6"/>
          <p:cNvSpPr/>
          <p:nvPr/>
        </p:nvSpPr>
        <p:spPr>
          <a:xfrm>
            <a:off x="365760" y="260604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Git at least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65760" y="32461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D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SAS data &amp; AI users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37490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SAS users are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Git users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017520" y="1325880"/>
            <a:ext cx="2651760" cy="3200400"/>
          </a:xfrm>
          <a:prstGeom prst="rect">
            <a:avLst/>
          </a:prstGeom>
          <a:solidFill>
            <a:srgbClr val="21295C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017520" y="146304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93%+</a:t>
            </a:r>
            <a:endParaRPr lang="en-US" sz="6000" dirty="0"/>
          </a:p>
        </p:txBody>
      </p:sp>
      <p:sp>
        <p:nvSpPr>
          <p:cNvPr id="13" name="Text 11"/>
          <p:cNvSpPr/>
          <p:nvPr/>
        </p:nvSpPr>
        <p:spPr>
          <a:xfrm>
            <a:off x="3017520" y="242316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software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 use Git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3200400" y="3108960"/>
            <a:ext cx="2286000" cy="27432"/>
          </a:xfrm>
          <a:prstGeom prst="rect">
            <a:avLst/>
          </a:prstGeom>
          <a:solidFill>
            <a:srgbClr val="CADCFC">
              <a:alpha val="50000"/>
            </a:srgbClr>
          </a:solidFill>
          <a:ln w="12700">
            <a:solidFill>
              <a:srgbClr val="CADCFC">
                <a:alpha val="5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17520" y="32004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Room to grow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017520" y="356616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 adoption trails the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 dev community —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 exists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852160" y="1325880"/>
            <a:ext cx="2926080" cy="3200400"/>
          </a:xfrm>
          <a:prstGeom prst="rect">
            <a:avLst/>
          </a:prstGeom>
          <a:solidFill>
            <a:srgbClr val="21295C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852160" y="141732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3 Git Use Cases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989320" y="1828800"/>
            <a:ext cx="2651760" cy="18288"/>
          </a:xfrm>
          <a:prstGeom prst="rect">
            <a:avLst/>
          </a:prstGeom>
          <a:solidFill>
            <a:srgbClr val="CADCFC">
              <a:alpha val="40000"/>
            </a:srgbClr>
          </a:solidFill>
          <a:ln w="12700">
            <a:solidFill>
              <a:srgbClr val="CADCFC">
                <a:alpha val="4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89320" y="1938528"/>
            <a:ext cx="384048" cy="384048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89320" y="1938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473952" y="192024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Collaboration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73952" y="2176272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Sharing &amp; integrating work across the team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989320" y="2807208"/>
            <a:ext cx="384048" cy="384048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89320" y="2807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473952" y="278892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Sharing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473952" y="3044952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work available to colleagues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989320" y="3675888"/>
            <a:ext cx="384048" cy="384048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89320" y="36758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473952" y="365760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473952" y="3913632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and reverting code changes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14112B"/>
          </a:solidFill>
          <a:ln w="12700">
            <a:solidFill>
              <a:srgbClr val="14112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4320" y="4663440"/>
            <a:ext cx="8595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Git supports the #1 DataOps pillar: Collaboration — and it's already part of your SAS team's workflow.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SAS Developers Already Use Git</dc:title>
  <dc:subject>PptxGenJS Presentation</dc:subject>
  <dc:creator>PptxGenJS</dc:creator>
  <cp:lastModifiedBy>PptxGenJS</cp:lastModifiedBy>
  <cp:revision>1</cp:revision>
  <dcterms:created xsi:type="dcterms:W3CDTF">2026-03-28T19:56:23Z</dcterms:created>
  <dcterms:modified xsi:type="dcterms:W3CDTF">2026-03-28T19:56:23Z</dcterms:modified>
</cp:coreProperties>
</file>