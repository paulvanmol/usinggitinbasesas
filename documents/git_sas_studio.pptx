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SAS Studio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GitHub via HTTPS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walkthrough  •  SAS Studio in SAS Viya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8046720" cy="274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51760"/>
            <a:ext cx="1234440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272491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17296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GitHub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3246120"/>
            <a:ext cx="109728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47088" y="2651760"/>
            <a:ext cx="1234440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67712" y="272491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92808" y="317296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PAT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81528" y="3246120"/>
            <a:ext cx="109728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91256" y="2651760"/>
            <a:ext cx="1234440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272491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36976" y="317296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25696" y="3246120"/>
            <a:ext cx="109728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5424" y="2651760"/>
            <a:ext cx="1234440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6048" y="272491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81144" y="317296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9864" y="3246120"/>
            <a:ext cx="109728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79592" y="2651760"/>
            <a:ext cx="1234440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0216" y="272491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925312" y="317296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14032" y="3246120"/>
            <a:ext cx="109728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2651760"/>
            <a:ext cx="1234440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44384" y="272491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4384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69480" y="317296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SAS Communities Library — Demystifying Git series (larsarne, 2025)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4112B"/>
          </a:solidFill>
          <a:ln w="12700">
            <a:solidFill>
              <a:srgbClr val="1411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5001768"/>
            <a:ext cx="85953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GitHub account  •  SAS Viya with Git enabled  •  authDomain configured  •  Personal home folder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91440"/>
            <a:ext cx="81381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Personal Access Token (PAT) in GitHub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19872" y="310896"/>
            <a:ext cx="82296" cy="822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47888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75904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1936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9952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14400"/>
            <a:ext cx="3840480" cy="3794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PAT?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138988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Access Token is a secure password substitute that grants SAS Studio permission to read and write to your GitHub repositories — without exposing your main GitHub password.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50008"/>
            <a:ext cx="3474720" cy="22860"/>
          </a:xfrm>
          <a:prstGeom prst="rect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Security tip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609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token immediately — GitHub only shows it once. Treat it like a password.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Scope: repo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2958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the 'repo' scope. Nothing else is needed for SAS Studio Git integration.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4480560" cy="3794760"/>
          </a:xfrm>
          <a:prstGeom prst="rect">
            <a:avLst/>
          </a:prstGeom>
          <a:solidFill>
            <a:srgbClr val="0D1A4A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GitHub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17720" y="14630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14264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your profile image → Settings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91109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Developer settings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235915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322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Personal access tokens (classic)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2807208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27706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'Generate new token (classic)'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3255264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32186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name, expiry, and select the repo scope only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37033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6667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'Generate' and copy the token immediately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415137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4114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using SSO — click Authorize for your organization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91440"/>
            <a:ext cx="81381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PAT in SAS Viya Environment Manager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19872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47888" y="310896"/>
            <a:ext cx="82296" cy="822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75904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1936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9952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14400"/>
            <a:ext cx="3840480" cy="3794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authDomain?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1389888"/>
            <a:ext cx="3474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authDomain is a named credential store in SAS Viya — similar to a secure vault. SAS Studio looks up credentials from an authDomain so your PAT never has to be entered manually again.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474720" cy="22860"/>
          </a:xfrm>
          <a:prstGeom prst="rect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14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Don't use defaultAuth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8833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defaultAuth domain is reserved for SAS Viya internals. Use a different authDomain — ask your SAS admin if unsure.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UserId is case sensitive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210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userId exactly as you want it — it must match the Git Profile you create in Step 3.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4480560" cy="3794760"/>
          </a:xfrm>
          <a:prstGeom prst="rect">
            <a:avLst/>
          </a:prstGeom>
          <a:solidFill>
            <a:srgbClr val="0D1A4A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Environment Manager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17720" y="14630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14264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SAS Viya Environment Manager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91109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My Credentials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235915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322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Credentials (the asterisk button)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2807208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27706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available authDomain (not defaultAuth)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3255264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32186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userId — match your GitHub name exactly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37033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6667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PAT as the password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415137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4114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SAS Studio can now retrieve this PAT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91440"/>
            <a:ext cx="81381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Git Profile in SAS Studio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19872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47888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75904" y="310896"/>
            <a:ext cx="82296" cy="822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1936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9952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14400"/>
            <a:ext cx="3840480" cy="3794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Git Profile?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138988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 Profile in SAS Studio links your identity (name + email) to the authDomain storing your PAT. SAS Studio uses this profile whenever you clone or push to GitHub.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3474720" cy="22860"/>
          </a:xfrm>
          <a:prstGeom prst="rect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fields to fill in: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15184"/>
            <a:ext cx="34747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73152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6609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name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28254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meaningful name, e.g. My GitHub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36392"/>
            <a:ext cx="73152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1363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33009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userId from Step 2 — case sensitive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73152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6118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email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7764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from your GitHub profile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87368"/>
            <a:ext cx="73152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0873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authDomain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" y="42519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where you saved the PAT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914400"/>
            <a:ext cx="4480560" cy="3794760"/>
          </a:xfrm>
          <a:prstGeom prst="rect">
            <a:avLst/>
          </a:prstGeom>
          <a:solidFill>
            <a:srgbClr val="0D1A4A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SAS Studio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17720" y="14630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14264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Options menu in SAS Studio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191109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'Manage Git Connections'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235915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83480" y="2322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Profiles tab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2807208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83480" y="27706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'+' to add a new profile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17720" y="3255264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83480" y="32186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HTTPS as the connection type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37033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83480" y="36667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name, author name, email, authDomain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17720" y="415137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83480" y="4114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to save the profile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91440"/>
            <a:ext cx="81381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GitHub Repository into SAS Studio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19872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47888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75904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10896"/>
            <a:ext cx="82296" cy="822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1936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9952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14400"/>
            <a:ext cx="3840480" cy="3794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cloning?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138988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downloads a full copy of a GitHub repository to your SAS Studio file system. You work on this local copy — Git tracks every change you make.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3474720" cy="22860"/>
          </a:xfrm>
          <a:prstGeom prst="rect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Folder must exist first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1518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destination folder in your home folder before cloning. SAS Content is not a file system — Git cannot clone there.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Naming tip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local folder the same as the GitHub repository name — easier to manage multiple repos.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4480560" cy="3794760"/>
          </a:xfrm>
          <a:prstGeom prst="rect">
            <a:avLst/>
          </a:prstGeom>
          <a:solidFill>
            <a:srgbClr val="0D1A4A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SAS Studio + GitHub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17720" y="14630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14264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Manage Git Connections → Repositories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91109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'+' to clone a repository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235915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322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GitHub: open repo, click the green Code button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2807208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27706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HTTPS and copy the repository URL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3255264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32186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URL into the SAS Studio Clone dialog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37033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6667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(or create) the destination folder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415137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4114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Git Profile, then click Clone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91440"/>
            <a:ext cx="81381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 Changes in SAS Studio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19872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47888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75904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1936" y="310896"/>
            <a:ext cx="82296" cy="822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9952" y="310896"/>
            <a:ext cx="82296" cy="82296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14400"/>
            <a:ext cx="3840480" cy="3794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vs. Commit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1389888"/>
            <a:ext cx="73152" cy="640080"/>
          </a:xfrm>
          <a:prstGeom prst="rect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3898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16002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files as ready for the next commit. Like placing items in a box before sealing it.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139696"/>
            <a:ext cx="73152" cy="640080"/>
          </a:xfrm>
          <a:prstGeom prst="rect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1396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3500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 snapshot of staged files to your local repository with a descriptive message.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73152" cy="640080"/>
          </a:xfrm>
          <a:prstGeom prst="rect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8895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09981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stays on your SAS Studio machine until you Push it to GitHub in Step 6.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3474720" cy="22860"/>
          </a:xfrm>
          <a:prstGeom prst="rect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Commit message matters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95020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meaningful commit messages — they appear in GitHub history and help your team understand what changed.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914400"/>
            <a:ext cx="4480560" cy="3794760"/>
          </a:xfrm>
          <a:prstGeom prst="rect">
            <a:avLst/>
          </a:prstGeom>
          <a:solidFill>
            <a:srgbClr val="0D1A4A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SAS Studio Git pane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617720" y="14630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14264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file from the Git-managed folder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191109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save your SAS code as usual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235915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2322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Git tab — changed files appear automatically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2807208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27706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'Stage All' (or stage individual files)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3255264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32186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clear, descriptive commit message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17720" y="37033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83480" y="36667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Commit to save the snapshot locally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17720" y="415137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83480" y="4114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further edits before pushing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91440"/>
            <a:ext cx="81381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Commits Back to GitHub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19872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47888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75904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1936" y="310896"/>
            <a:ext cx="82296" cy="82296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9952" y="310896"/>
            <a:ext cx="82296" cy="8229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14400"/>
            <a:ext cx="3840480" cy="3794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Push do?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138988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uploads all committed changes from your local SAS Studio repository to the remote GitHub repository — making them visible and available to your whole team.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50008"/>
            <a:ext cx="3474720" cy="22860"/>
          </a:xfrm>
          <a:prstGeom prst="rect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Also: Pull &amp; Fetch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609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Pull to bring your colleagues' latest commits from GitHub into your local copy. Fetch shows what's changed without merging.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19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Confirm in GitHub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9359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pushing, open GitHub — your commit message and changes should be visible in the repository immediately.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4480560" cy="3794760"/>
          </a:xfrm>
          <a:prstGeom prst="rect">
            <a:avLst/>
          </a:prstGeom>
          <a:solidFill>
            <a:srgbClr val="0D1A4A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SAS Studio Git pane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17720" y="14630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14264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all edits are committed (Step 5)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91109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Push button in the Git pane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2359152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322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Studio uses your PAT via authDomain automatically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2807208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27706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 confirmation appears in SAS Studio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3255264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32186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GitHub and verify your commit message appears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37033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6667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changes are now shared with the team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4151376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4114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Colleagues can Pull to get your latest changes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Your Git Workflow in SAS Studio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261872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26187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197864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" y="164592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GitHub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" y="228600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scope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81912" y="2125980"/>
            <a:ext cx="914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3352" y="1051560"/>
            <a:ext cx="1261872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73352" y="1051560"/>
            <a:ext cx="126187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12264" y="1197864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28216" y="164592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Mgr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28216" y="228600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Credentials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authDomain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35224" y="2125980"/>
            <a:ext cx="914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26664" y="1051560"/>
            <a:ext cx="1261872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26664" y="1051560"/>
            <a:ext cx="126187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65576" y="1197864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81528" y="164592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Profile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81528" y="228600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profile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email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88536" y="2125980"/>
            <a:ext cx="914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9976" y="1051560"/>
            <a:ext cx="1261872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79976" y="1051560"/>
            <a:ext cx="126187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18888" y="119786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34840" y="164592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34840" y="228600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from 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home folder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41848" y="2125980"/>
            <a:ext cx="914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33288" y="1051560"/>
            <a:ext cx="1261872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33288" y="1051560"/>
            <a:ext cx="126187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119786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788152" y="164592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88152" y="228600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snapshot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95160" y="2125980"/>
            <a:ext cx="914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6600" y="1051560"/>
            <a:ext cx="1261872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E3A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86600" y="1051560"/>
            <a:ext cx="1261872" cy="73152"/>
          </a:xfrm>
          <a:prstGeom prst="rect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25512" y="1197864"/>
            <a:ext cx="384048" cy="384048"/>
          </a:xfrm>
          <a:prstGeom prst="ellipse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25512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141464" y="164592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GitHub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141464" y="228600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team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remote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334670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25696" y="33467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workflow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3310128"/>
            <a:ext cx="3986784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25696" y="3310128"/>
            <a:ext cx="4389120" cy="36576"/>
          </a:xfrm>
          <a:prstGeom prst="rect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14112B"/>
          </a:solidFill>
          <a:ln w="12700">
            <a:solidFill>
              <a:srgbClr val="1411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749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are a one-time setup. Once done, your daily workflow is simply: edit → stage → commit → push.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GitHub, GitLab, Azure Repos, Bitbucket — and on-prem equivalents  •  Source: SAS Communities Library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Connecting SAS Studio to GitHub</dc:title>
  <dc:subject>PptxGenJS Presentation</dc:subject>
  <dc:creator>PptxGenJS</dc:creator>
  <cp:lastModifiedBy>PptxGenJS</cp:lastModifiedBy>
  <cp:revision>1</cp:revision>
  <dcterms:created xsi:type="dcterms:W3CDTF">2026-03-28T20:05:40Z</dcterms:created>
  <dcterms:modified xsi:type="dcterms:W3CDTF">2026-03-28T20:05:40Z</dcterms:modified>
</cp:coreProperties>
</file>